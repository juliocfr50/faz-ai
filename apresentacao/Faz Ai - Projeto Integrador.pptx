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projeto: uma plataforma que conecta quem precisa de um serviço doméstico a profissionais autônomos da mesma 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o problema: hoje, achar um eletricista ou diarista de confiança depende de indicação. Do outro lado, o profissional autônomo não tem onde divulgar o trabalho. O Faz Ai junta os dois lados em uma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quem ganha com o Faz Ai. O cliente ganha praticidade e transparência; o profissional ganha visibilidade e organização. O diferencial é ter tudo em um só app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que o projeto é viável nas quatro dimensões. Destacar que já existe um protótipo funcionando, então a viabilidade técnica já foi demonstrada.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 mercado e os concorrentes, e o que é preciso para colocar o projeto no ar. O Faz Ai atende o Brasil inteiro, com busca por estado e cidade, e o contato é direto, sem cobrar o profissional.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o link e fazer a demonstração ao vivo: criar conta, buscar um eletricista em São Paulo e cadastrar um profissional. Fechar com as próximas etapas, começando pelo agendamento.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usadas na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14600"/>
            <a:ext cx="807689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1F3D7A"/>
                </a:solidFill>
                <a:latin typeface="Calibri"/>
              </a:rPr>
              <a:t>Faz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566160"/>
            <a:ext cx="73453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  <a:latin typeface="Arial"/>
              </a:rPr>
              <a:t>Plataforma Digital de Conexão e Agendamento de Serviços Domésticos</a:t>
            </a:r>
          </a:p>
        </p:txBody>
      </p:sp>
      <p:sp>
        <p:nvSpPr>
          <p:cNvPr id="5" name="Integrantes"/>
          <p:cNvSpPr txBox="1"/>
          <p:nvPr/>
        </p:nvSpPr>
        <p:spPr>
          <a:xfrm>
            <a:off x="2194560" y="4709160"/>
            <a:ext cx="5516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3D7A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Definição de 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566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Contexto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Muitos profissionais autônomos não têm um canal simples para divulgar seus serviços. Quem precisa de ajuda depende de indicação, grupos de WhatsApp e redes sociais.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0020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1783080"/>
            <a:ext cx="3566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Problema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É difícil encontrar profissionais confiáveis para serviços como encanamento, elétrica, limpeza e pequenos reparos.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3566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Solução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Uma plataforma digital que facilita a busca, a comparação e o agendamento de serviços por profissão, estado e cidade, em todo o Brasil.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61188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3794760"/>
            <a:ext cx="3566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Motivação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O projeto começou como um programa em C++ e evoluiu para um site com banco de dados, que pode ser instalado no celular.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Proposta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8321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04040"/>
                </a:solidFill>
                <a:latin typeface="Arial"/>
              </a:rPr>
              <a:t>Público-alvo: </a:t>
            </a:r>
            <a:r>
              <a:rPr sz="1500" b="0">
                <a:solidFill>
                  <a:srgbClr val="404040"/>
                </a:solidFill>
                <a:latin typeface="Arial"/>
              </a:rPr>
              <a:t>moradores de todo o Brasil que precisam de serviços domésticos e profissionais autônomos de 50 profissões.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404040"/>
                </a:solidFill>
                <a:latin typeface="Arial"/>
              </a:rPr>
              <a:t>Partes interessadas: </a:t>
            </a:r>
            <a:r>
              <a:rPr sz="1500" b="0">
                <a:solidFill>
                  <a:srgbClr val="404040"/>
                </a:solidFill>
                <a:latin typeface="Arial"/>
              </a:rPr>
              <a:t>clientes, profissionais, equipe do projeto e Senac.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4023360" cy="25146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4023360" cy="502920"/>
          </a:xfrm>
          <a:prstGeom prst="roundRect">
            <a:avLst>
              <a:gd name="adj" fmla="val 6000"/>
            </a:avLst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Para o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3611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Busca por profissão, estado e cidade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Vê o preço antes de contratar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Menos tempo perdido procurando indicação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Profissionais com CPF e telefone validados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423160"/>
            <a:ext cx="4023360" cy="2514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4023360" cy="502920"/>
          </a:xfrm>
          <a:prstGeom prst="roundRect">
            <a:avLst>
              <a:gd name="adj" fmla="val 6000"/>
            </a:avLst>
          </a:prstGeom>
          <a:solidFill>
            <a:srgbClr val="E09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42316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Para o profissional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063240"/>
            <a:ext cx="3611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Perfil com descrição, cidade e preço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Mais oportunidades de clientes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Contato direto, sem comissão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Organização de horários com agendamento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8321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D7A"/>
                </a:solidFill>
                <a:latin typeface="Arial"/>
              </a:rPr>
              <a:t>Diferencial: </a:t>
            </a:r>
            <a:r>
              <a:rPr sz="1500" b="0">
                <a:solidFill>
                  <a:srgbClr val="1F3D7A"/>
                </a:solidFill>
                <a:latin typeface="Arial"/>
              </a:rPr>
              <a:t>juntar busca, comparação e agendamento em um só aplicativo simples.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Análise de viabilidade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1920240" cy="33832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16002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Técnica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Já existe um protótipo funcionando, feito com C++, PostgreSQL e tecnologias web. Pode virar app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737360"/>
            <a:ext cx="1920240" cy="33832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108960" y="1965960"/>
            <a:ext cx="502920" cy="502920"/>
          </a:xfrm>
          <a:prstGeom prst="ellipse">
            <a:avLst/>
          </a:prstGeom>
          <a:solidFill>
            <a:srgbClr val="E09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62626"/>
                </a:solidFill>
                <a:latin typeface="Calibri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606040"/>
            <a:ext cx="16002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Econômica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Baixo custo inicial: hospedagem gratuita ou barata e geração do APK sem custo.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1737360"/>
            <a:ext cx="1920240" cy="33832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79" y="1965960"/>
            <a:ext cx="502920" cy="502920"/>
          </a:xfrm>
          <a:prstGeom prst="ellipse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2606040"/>
            <a:ext cx="16002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Operacional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Interface simples, pensada para qualquer pessoa usar pelo celular.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599" y="1737360"/>
            <a:ext cx="1920240" cy="33832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9" y="1965960"/>
            <a:ext cx="502920" cy="502920"/>
          </a:xfrm>
          <a:prstGeom prst="ellipse">
            <a:avLst/>
          </a:prstGeom>
          <a:solidFill>
            <a:srgbClr val="E09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262626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606040"/>
            <a:ext cx="16002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Social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Facilita o acesso a serviços domésticos e gera renda para profissionais autônomos.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Mercado e recursos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4023360" cy="315468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36118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Mercado e concorrência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404040"/>
                </a:solidFill>
                <a:latin typeface="Arial"/>
              </a:rPr>
              <a:t>Mercado: </a:t>
            </a:r>
            <a:r>
              <a:rPr sz="1400" b="0">
                <a:solidFill>
                  <a:srgbClr val="404040"/>
                </a:solidFill>
                <a:latin typeface="Arial"/>
              </a:rPr>
              <a:t>moradores de todo o Brasil que contratam serviços domésticos e autônomos que buscam clientes.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404040"/>
                </a:solidFill>
                <a:latin typeface="Arial"/>
              </a:rPr>
              <a:t>Diretos: </a:t>
            </a:r>
            <a:r>
              <a:rPr sz="1400" b="0">
                <a:solidFill>
                  <a:srgbClr val="404040"/>
                </a:solidFill>
                <a:latin typeface="Arial"/>
              </a:rPr>
              <a:t>GetNinjas e Parafuzo.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404040"/>
                </a:solidFill>
                <a:latin typeface="Arial"/>
              </a:rPr>
              <a:t>Indiretos: </a:t>
            </a:r>
            <a:r>
              <a:rPr sz="1400" b="0">
                <a:solidFill>
                  <a:srgbClr val="404040"/>
                </a:solidFill>
                <a:latin typeface="Arial"/>
              </a:rPr>
              <a:t>grupos de WhatsApp e Facebook, OLX e indicação boca a boca.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404040"/>
                </a:solidFill>
                <a:latin typeface="Arial"/>
              </a:rPr>
              <a:t>Diferencial: </a:t>
            </a:r>
            <a:r>
              <a:rPr sz="1400" b="0">
                <a:solidFill>
                  <a:srgbClr val="404040"/>
                </a:solidFill>
                <a:latin typeface="Arial"/>
              </a:rPr>
              <a:t>atende os 27 estados, com contato direto sem comissão e uso simples.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00200"/>
            <a:ext cx="4023360" cy="31546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1783080"/>
            <a:ext cx="361188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Recursos necessários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Equipe de desenvolvimento, design e divulgação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Servidor e banco de dados PostgreSQL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Domínio com HTTPS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04040"/>
                </a:solidFill>
                <a:latin typeface="Arial"/>
              </a:rPr>
              <a:t>•  Conta de desenvolvedor na Google 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Demonstração e próximos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4754880" cy="283464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34340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D7A"/>
                </a:solidFill>
                <a:latin typeface="Calibri"/>
              </a:rPr>
              <a:t>Teste o protótipo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F3D7A"/>
                </a:solidFill>
                <a:latin typeface="Arial"/>
              </a:rPr>
              <a:t>juliocfr50.github.io/Faz-ai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1.  Crie uma conta de cliente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2.  Busque “Eletricista” em São Paulo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3.  Cadastre-se como profissional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4.  Veja o seu perfil na busca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600200"/>
            <a:ext cx="3291840" cy="283464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1783080"/>
            <a:ext cx="288036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B86E0A"/>
                </a:solidFill>
                <a:latin typeface="Calibri"/>
              </a:rPr>
              <a:t>Próximas etapas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•  Agendamento de horários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•  Avaliação dos profissionais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•  Login com mais segurança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•  Publicação na Google 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_conte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5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6692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62626"/>
                </a:solidFill>
                <a:latin typeface="Calibri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8321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GETNINJAS. Disponível em: https://www.getninjas.com.br. Acesso em: 29 out. 2026.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PARAFUZO. Disponível em: https://www.parafuzo.com. Acesso em: 29 out. 2026.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POSTGRESQL. PostgreSQL: The World’s Most Advanced Open Source Relational Database. Disponível em: https://www.postgresql.org. Acesso em: 29 out. 2026.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PWABUILDER. Disponível em: https://www.pwabuilder.com. Acesso em: 29 out. 2026.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404040"/>
                </a:solidFill>
                <a:latin typeface="Arial"/>
              </a:rPr>
              <a:t>FAZ AI. Repositório do projeto. Disponível em: https://github.com/JulioCFR50/Faz-ai. Acesso em: 29 out.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Faz Ai</dc:title>
  <dc:subject>Projeto Integrador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